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Talking Rabbitt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Conversational Business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Dashboard fatigue and slow analytics</a:t>
            </a:r>
          </a:p>
          <a:p>
            <a:pPr lvl="1"/>
            <a:r>
              <a:t>Users spend too much time navigating complex dashboards.</a:t>
            </a:r>
          </a:p>
          <a:p>
            <a:pPr lvl="1"/>
            <a:r>
              <a:t>Hard to extract specific insights quickly.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Heavyweights:</a:t>
            </a:r>
          </a:p>
          <a:p>
            <a:pPr lvl="1"/>
            <a:r>
              <a:t>PowerBI: Powerful but steep learning curve.</a:t>
            </a:r>
          </a:p>
          <a:p>
            <a:pPr lvl="1"/>
            <a:r>
              <a:t>Tableau: Beautiful viz, but heavily specialized.</a:t>
            </a:r>
          </a:p>
          <a:p>
            <a:pPr lvl="1"/>
            <a:r>
              <a:t>ThoughtSpot: Better search, but still requires data setup.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Benchmark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Talking Rabbitt focuses on:</a:t>
            </a:r>
          </a:p>
          <a:p>
            <a:pPr lvl="1"/>
            <a:r>
              <a:t>Frictionless NLP interactions.</a:t>
            </a:r>
          </a:p>
          <a:p>
            <a:pPr lvl="1"/>
            <a:r>
              <a:t>Instant, ad-hoc chart generation.</a:t>
            </a:r>
          </a:p>
          <a:p>
            <a:pPr lvl="1"/>
            <a:r>
              <a:t>No 'dashboard building' required.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are the intelligent layer sitting on your data.</a:t>
            </a:r>
          </a:p>
          <a:p>
            <a:pPr lvl="1"/>
            <a:r>
              <a:t>A simple chat UI replaces complicated filters.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Ideal Customer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Mid-market companies</a:t>
            </a:r>
          </a:p>
          <a:p>
            <a:pPr lvl="1"/>
            <a:r>
              <a:t>Companies with rich data but no dedicated BI analysts in every department.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Buyer Persona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COO / Head of Analytics</a:t>
            </a:r>
          </a:p>
          <a:p>
            <a:pPr lvl="1"/>
            <a:r>
              <a:t>Needs quick answers.</a:t>
            </a:r>
          </a:p>
          <a:p>
            <a:pPr lvl="1"/>
            <a:r>
              <a:t>Tired of waiting for the data team to build a new view.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Kill Strategy vs Legacy BI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Speed to Insight</a:t>
            </a:r>
          </a:p>
          <a:p>
            <a:pPr lvl="1"/>
            <a:r>
              <a:t>Instead of 3 hours training + 30 mins to build a chart...</a:t>
            </a:r>
          </a:p>
          <a:p>
            <a:pPr lvl="1"/>
            <a:r>
              <a:t>...Type a sentence, get the chart in 2 seconds.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CSV upload &amp; bar/line charts</a:t>
            </a:r>
          </a:p>
          <a:p>
            <a:pPr lvl="1"/>
            <a:r>
              <a:t>Phase 2: Direct SQL database connections</a:t>
            </a:r>
          </a:p>
          <a:p>
            <a:pPr lvl="1"/>
            <a:r>
              <a:t>Phase 3: Predictive Q&amp;A and forecasting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MVP Demo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Demonstrating the Magic Moment</a:t>
            </a:r>
          </a:p>
          <a:p>
            <a:pPr lvl="1"/>
            <a:r>
              <a:t>1. Upload a simple CSV dataset.</a:t>
            </a:r>
          </a:p>
          <a:p>
            <a:pPr lvl="1"/>
            <a:r>
              <a:t>2. Ask 'Which region generated the highest revenue?'</a:t>
            </a:r>
          </a:p>
          <a:p>
            <a:pPr lvl="1"/>
            <a:r>
              <a:t>3. Instantly receive the text answer &amp; rendered chart.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Lemon Tree Hotels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Empowering Hotel GMs</a:t>
            </a:r>
          </a:p>
          <a:p>
            <a:pPr lvl="1"/>
            <a:r>
              <a:t>GMs can ask for occupancy rates immediately without a central dashboard.</a:t>
            </a:r>
          </a:p>
          <a:p>
            <a:pPr lvl="1"/>
            <a:r>
              <a:t>Instant comparisons of RevPAR across regions.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Conversational Analytics is the new standard.</a:t>
            </a:r>
          </a:p>
          <a:p>
            <a:pPr lvl="1"/>
            <a:r>
              <a:t>The UI of the future is natural language.</a:t>
            </a:r>
          </a:p>
          <a:p>
            <a:pPr lvl="1"/>
            <a:r>
              <a:t>Talking Rabbitt will be everywhere data lives.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